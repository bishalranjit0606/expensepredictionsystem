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0"/>
  </p:notesMasterIdLst>
  <p:sldIdLst>
    <p:sldId id="276" r:id="rId2"/>
    <p:sldId id="256" r:id="rId3"/>
    <p:sldId id="264" r:id="rId4"/>
    <p:sldId id="266" r:id="rId5"/>
    <p:sldId id="270" r:id="rId6"/>
    <p:sldId id="271" r:id="rId7"/>
    <p:sldId id="282" r:id="rId8"/>
    <p:sldId id="28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60"/>
  </p:normalViewPr>
  <p:slideViewPr>
    <p:cSldViewPr snapToGrid="0">
      <p:cViewPr varScale="1">
        <p:scale>
          <a:sx n="88" d="100"/>
          <a:sy n="88" d="100"/>
        </p:scale>
        <p:origin x="2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AFE32-DD37-4194-80F4-D2BE8C65A29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5DE5D-F24E-4258-BC16-582483333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8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2B923093-694D-40ED-8902-ACDF2EF29B59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307F-88AF-435A-8F9E-F10263FFEAF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0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FF72-D673-41EF-B9E1-3F5AF48B5570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54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5D70-CDDF-4BD1-AE53-A3235AB2880A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2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B82D-B714-4B2D-A5E5-E38C6219BFD0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D3622-CC8A-4E42-BC7A-E9D4F22510D6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74166-37B4-4945-85A3-939D994B9F71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4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6B8B3-6311-4905-8644-A8BF09F17650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0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627A-DDE8-460E-81B8-0703928F89DB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4FFFD-0B87-464C-B1D5-A2DAD9353244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44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C336-1779-4C59-9361-BD4588A1A70F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24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631EB-C490-46E0-9896-0D8727781C66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20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AAF1-7FC4-4417-BDCC-63B8CD05E57C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12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F4EB-DE8E-490F-ADFB-6F7E14A02DCF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68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DC69-CF24-4C6B-9757-2DC8CC10C496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85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DB38F-FFB5-45F5-ADFF-906086696C3E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23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3E1C-87C9-4BC8-A3AF-5164E5F1437E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8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F92252-35FF-4A9D-B1C7-5F3A1B8C8F76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FC5191DC-EC5B-42D8-BFD6-765E31E66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99587" y="2586335"/>
            <a:ext cx="904683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07372" y="304965"/>
            <a:ext cx="838199" cy="767687"/>
          </a:xfrm>
        </p:spPr>
        <p:txBody>
          <a:bodyPr/>
          <a:lstStyle/>
          <a:p>
            <a:fld id="{FC5191DC-EC5B-42D8-BFD6-765E31E66A9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32060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E4FC-D2B6-4EB1-BED1-B53D909BC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8140" y="2562134"/>
            <a:ext cx="5269287" cy="1950624"/>
          </a:xfrm>
        </p:spPr>
        <p:txBody>
          <a:bodyPr/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:-  </a:t>
            </a:r>
            <a:b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Ayush Prajapati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2234211-E161-4B47-BCDC-814BF115B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69" y="5970316"/>
            <a:ext cx="8825658" cy="394447"/>
          </a:xfrm>
        </p:spPr>
        <p:txBody>
          <a:bodyPr>
            <a:norm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Case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39480" y="2131871"/>
            <a:ext cx="10933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/>
                </a:solidFill>
                <a:latin typeface="Bahnschrift Condensed" panose="020B0502040204020203" pitchFamily="34" charset="0"/>
              </a:rPr>
              <a:t>Expense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550612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B1EE-53A4-4E2F-BCD8-F8AC6845D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925" y="1349744"/>
            <a:ext cx="8831816" cy="1372986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rgbClr val="FFFF00"/>
                </a:solidFill>
                <a:latin typeface="Bell MT" panose="02020503060305020303" pitchFamily="18" charset="0"/>
              </a:rPr>
              <a:t>I</a:t>
            </a:r>
            <a:r>
              <a:rPr lang="en-US" sz="4800" dirty="0">
                <a:latin typeface="Bell MT" panose="02020503060305020303" pitchFamily="18" charset="0"/>
              </a:rPr>
              <a:t>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B29C3-5C35-4A0B-A2A9-B51AFF1DB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5912" y="2929430"/>
            <a:ext cx="6508623" cy="318695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a user-friendly web-based application.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track expenses, categorize them &amp; generate reports.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helps users to manage budget and save money.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provides centralized monitoring of expenses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2172" y="2413564"/>
            <a:ext cx="2992583" cy="30044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21641" y="4061241"/>
            <a:ext cx="25150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rench Script MT" panose="03020402040607040605" pitchFamily="66" charset="0"/>
              </a:rPr>
              <a:t>Pennywise</a:t>
            </a:r>
          </a:p>
        </p:txBody>
      </p:sp>
    </p:spTree>
    <p:extLst>
      <p:ext uri="{BB962C8B-B14F-4D97-AF65-F5344CB8AC3E}">
        <p14:creationId xmlns:p14="http://schemas.microsoft.com/office/powerpoint/2010/main" val="308812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EBC9-65B9-4765-B26F-FC5DFA96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405" y="975874"/>
            <a:ext cx="8761413" cy="706964"/>
          </a:xfrm>
        </p:spPr>
        <p:txBody>
          <a:bodyPr/>
          <a:lstStyle/>
          <a:p>
            <a:pPr algn="ctr"/>
            <a:r>
              <a:rPr lang="en-US" sz="7200" dirty="0">
                <a:solidFill>
                  <a:srgbClr val="FFFF00"/>
                </a:solidFill>
                <a:latin typeface="Bell MT" panose="020205030603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4800" dirty="0">
                <a:latin typeface="Bell MT" panose="020205030603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roblem </a:t>
            </a:r>
            <a:r>
              <a:rPr lang="en-US" sz="7200" dirty="0">
                <a:solidFill>
                  <a:srgbClr val="FFFF00"/>
                </a:solidFill>
                <a:latin typeface="Bell MT" panose="020205030603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4800" dirty="0">
                <a:latin typeface="Bell MT" panose="020205030603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E2454-0C2F-4C11-A612-6EA43A54D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8145" y="2658546"/>
            <a:ext cx="6234545" cy="38722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expense management is hard and time-consuming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struggle to keep track of expenses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 to overspending and financial mismanagement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be confusing as 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46" b="94527" l="7093" r="90000">
                        <a14:foregroundMark x1="31860" y1="22222" x2="32093" y2="20564"/>
                        <a14:foregroundMark x1="37093" y1="19071" x2="37093" y2="19071"/>
                        <a14:foregroundMark x1="36395" y1="30514" x2="36395" y2="305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753" y="1329356"/>
            <a:ext cx="6958571" cy="487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380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89" b="99444" l="9959" r="89627">
                        <a14:foregroundMark x1="30705" y1="74167" x2="31328" y2="94722"/>
                        <a14:foregroundMark x1="46680" y1="61944" x2="46888" y2="96389"/>
                        <a14:foregroundMark x1="59959" y1="53333" x2="64108" y2="96111"/>
                        <a14:foregroundMark x1="39212" y1="6944" x2="40871" y2="6944"/>
                        <a14:foregroundMark x1="41909" y1="3611" x2="42531" y2="28333"/>
                        <a14:foregroundMark x1="41079" y1="38611" x2="42324" y2="44167"/>
                        <a14:foregroundMark x1="41701" y1="46944" x2="33195" y2="53056"/>
                        <a14:foregroundMark x1="41494" y1="36944" x2="51245" y2="33889"/>
                        <a14:foregroundMark x1="51245" y1="34167" x2="54979" y2="41389"/>
                        <a14:foregroundMark x1="56017" y1="45556" x2="57884" y2="48056"/>
                        <a14:foregroundMark x1="54772" y1="19167" x2="53734" y2="18889"/>
                        <a14:foregroundMark x1="53734" y1="19722" x2="51867" y2="20556"/>
                        <a14:foregroundMark x1="37137" y1="20556" x2="35062" y2="21111"/>
                        <a14:foregroundMark x1="33610" y1="23889" x2="31328" y2="29722"/>
                        <a14:foregroundMark x1="41079" y1="15000" x2="39834" y2="19444"/>
                        <a14:foregroundMark x1="41494" y1="62500" x2="41909" y2="63056"/>
                        <a14:foregroundMark x1="41079" y1="61944" x2="41494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7" y="1532690"/>
            <a:ext cx="6648963" cy="49660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54408" y="424694"/>
            <a:ext cx="3174973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solidFill>
                  <a:srgbClr val="FFFF00"/>
                </a:solidFill>
                <a:latin typeface="Bell MT" panose="020205030603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4800" b="1" dirty="0">
                <a:solidFill>
                  <a:schemeClr val="bg1"/>
                </a:solidFill>
                <a:latin typeface="Bell MT" panose="020205030603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bjective</a:t>
            </a:r>
            <a:endParaRPr lang="en-US" sz="4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83927" y="1948873"/>
            <a:ext cx="58650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 a web-based application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Effortless expense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Ensure proper and efficient use of money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Easy to use feature &amp; automatic categorization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Generate detailed report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budget management</a:t>
            </a:r>
          </a:p>
        </p:txBody>
      </p:sp>
    </p:spTree>
    <p:extLst>
      <p:ext uri="{BB962C8B-B14F-4D97-AF65-F5344CB8AC3E}">
        <p14:creationId xmlns:p14="http://schemas.microsoft.com/office/powerpoint/2010/main" val="375504340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dia generated by meta.ai">
            <a:extLst>
              <a:ext uri="{FF2B5EF4-FFF2-40B4-BE49-F238E27FC236}">
                <a16:creationId xmlns:a16="http://schemas.microsoft.com/office/drawing/2014/main" id="{33450D57-A2FF-0A96-3B32-024BF7E14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3" b="10134"/>
          <a:stretch/>
        </p:blipFill>
        <p:spPr bwMode="auto">
          <a:xfrm>
            <a:off x="7833631" y="1709058"/>
            <a:ext cx="3879401" cy="445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82280D-A674-4045-927B-AB776B8D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59" y="1144057"/>
            <a:ext cx="9565917" cy="706964"/>
          </a:xfrm>
        </p:spPr>
        <p:txBody>
          <a:bodyPr/>
          <a:lstStyle/>
          <a:p>
            <a:pPr algn="ctr"/>
            <a:r>
              <a:rPr lang="en-US" sz="6600" b="1" dirty="0">
                <a:solidFill>
                  <a:srgbClr val="FFFF00"/>
                </a:solidFill>
              </a:rPr>
              <a:t>Key</a:t>
            </a:r>
            <a:r>
              <a:rPr lang="en-US" sz="4800" b="1" dirty="0"/>
              <a:t> </a:t>
            </a:r>
            <a:r>
              <a:rPr lang="en-US" sz="6600" b="1" dirty="0">
                <a:solidFill>
                  <a:srgbClr val="FFFF00"/>
                </a:solidFill>
              </a:rPr>
              <a:t>System Algorithms</a:t>
            </a:r>
            <a:br>
              <a:rPr lang="en-US" b="1" dirty="0"/>
            </a:br>
            <a:endParaRPr lang="en-US" sz="4200" b="1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2578" y="2347758"/>
            <a:ext cx="5948218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3200" b="1" dirty="0"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Content-Based Filtering</a:t>
            </a:r>
          </a:p>
          <a:p>
            <a:endParaRPr lang="en-US" sz="3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0E76EE7-56AB-785E-048C-554CDDE6AE7B}"/>
              </a:ext>
            </a:extLst>
          </p:cNvPr>
          <p:cNvSpPr/>
          <p:nvPr/>
        </p:nvSpPr>
        <p:spPr>
          <a:xfrm>
            <a:off x="571661" y="2944499"/>
            <a:ext cx="7418453" cy="278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Personalized: Tailors advice to the specific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Analyzes Habits: Identifies top spending categories </a:t>
            </a:r>
          </a:p>
          <a:p>
            <a:r>
              <a:rPr lang="en-US" sz="2000" b="1" dirty="0"/>
              <a:t>    (e.g., Food).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Smart Matching: Connects high expenses with relevant</a:t>
            </a:r>
          </a:p>
          <a:p>
            <a:r>
              <a:rPr lang="en-US" sz="2000" b="1" dirty="0"/>
              <a:t>    tips.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Actionable: Gives specific ways to save money.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04919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6F90-DBE0-87FE-BB6F-7629A2A7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System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E2997-1A0F-4CE8-3255-E80DBC0B6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3254960"/>
            <a:ext cx="8761412" cy="27648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82121-CFBF-1BB4-B0C7-52C1EC62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2" descr="Media generated by meta.ai">
            <a:extLst>
              <a:ext uri="{FF2B5EF4-FFF2-40B4-BE49-F238E27FC236}">
                <a16:creationId xmlns:a16="http://schemas.microsoft.com/office/drawing/2014/main" id="{A1D1CE78-593B-FF06-DF2A-31E0A9DEE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6" b="6039"/>
          <a:stretch>
            <a:fillRect/>
          </a:stretch>
        </p:blipFill>
        <p:spPr bwMode="auto">
          <a:xfrm>
            <a:off x="8196942" y="1449641"/>
            <a:ext cx="3565038" cy="529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F88D2B-CE01-F953-F039-2525BC033E5F}"/>
              </a:ext>
            </a:extLst>
          </p:cNvPr>
          <p:cNvSpPr txBox="1"/>
          <p:nvPr/>
        </p:nvSpPr>
        <p:spPr>
          <a:xfrm>
            <a:off x="890321" y="2603499"/>
            <a:ext cx="5948218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sz="3200" b="1" dirty="0"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Simple Linear Regression </a:t>
            </a:r>
          </a:p>
          <a:p>
            <a:endParaRPr lang="en-US" sz="32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094AF4A-0319-D0E3-1DC8-77AFC0DC3481}"/>
              </a:ext>
            </a:extLst>
          </p:cNvPr>
          <p:cNvSpPr/>
          <p:nvPr/>
        </p:nvSpPr>
        <p:spPr>
          <a:xfrm>
            <a:off x="1020950" y="3425282"/>
            <a:ext cx="7418453" cy="278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Predicts Future: Forecasts next month's expenses.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Uses History: Analyzes past spending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Best Fit: Calculates trend using a mathematical formula.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Smart Planning: Helps users set accurate budgets.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9572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91DC-EC5B-42D8-BFD6-765E31E66A98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556383" y="2847263"/>
            <a:ext cx="507038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03126440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1481</TotalTime>
  <Words>201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Arial Black</vt:lpstr>
      <vt:lpstr>Bahnschrift</vt:lpstr>
      <vt:lpstr>Bahnschrift Condensed</vt:lpstr>
      <vt:lpstr>Barlow Bold</vt:lpstr>
      <vt:lpstr>Bell MT</vt:lpstr>
      <vt:lpstr>Calibri</vt:lpstr>
      <vt:lpstr>Century Gothic</vt:lpstr>
      <vt:lpstr>French Script MT</vt:lpstr>
      <vt:lpstr>Wingdings</vt:lpstr>
      <vt:lpstr>Wingdings 3</vt:lpstr>
      <vt:lpstr>Ion Boardroom</vt:lpstr>
      <vt:lpstr>PowerPoint Presentation</vt:lpstr>
      <vt:lpstr>Presented by :-      Ayush Prajapati</vt:lpstr>
      <vt:lpstr>Introduction</vt:lpstr>
      <vt:lpstr>Problem Statement</vt:lpstr>
      <vt:lpstr>PowerPoint Presentation</vt:lpstr>
      <vt:lpstr>Key System Algorithms </vt:lpstr>
      <vt:lpstr>Key System Recommendation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129</cp:revision>
  <dcterms:created xsi:type="dcterms:W3CDTF">2023-03-18T09:48:25Z</dcterms:created>
  <dcterms:modified xsi:type="dcterms:W3CDTF">2025-11-29T19:49:51Z</dcterms:modified>
</cp:coreProperties>
</file>